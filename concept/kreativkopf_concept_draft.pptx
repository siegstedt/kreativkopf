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1B1B"/>
    <a:srgbClr val="212121"/>
    <a:srgbClr val="0C0C0C"/>
    <a:srgbClr val="070707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39"/>
    <p:restoredTop sz="94694"/>
  </p:normalViewPr>
  <p:slideViewPr>
    <p:cSldViewPr snapToGrid="0" snapToObjects="1">
      <p:cViewPr varScale="1">
        <p:scale>
          <a:sx n="107" d="100"/>
          <a:sy n="107" d="100"/>
        </p:scale>
        <p:origin x="200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4B0F0-7AE6-C945-8A54-510B781EF7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FFFEB0-98A3-A142-BAD8-6940E3B8FA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AA679-4998-2D48-8179-CD17AAC0E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9C05-7800-D742-A36D-EDF88F504BCA}" type="datetimeFigureOut">
              <a:rPr lang="en-US" smtClean="0"/>
              <a:t>1/29/21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56FBA-26CF-2C41-ABD6-3E4E5DF24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DE148-5B63-F946-965D-2749BD7EE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0482B-3D34-6848-9373-6062E8656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22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CB02D-798E-A94A-9479-975919AC8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EF8A0-04EC-B846-A7AE-54680DF3B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BF631-6B78-8F40-87CB-9C46C9A6F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9C05-7800-D742-A36D-EDF88F504BCA}" type="datetimeFigureOut">
              <a:rPr lang="en-US" smtClean="0"/>
              <a:t>1/29/21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4925C-8D20-FB47-A578-BDBFFC56B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C4446-824E-4147-85F5-31D0E8B38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0482B-3D34-6848-9373-6062E8656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98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C7246-1DFF-8B4C-BC27-D8E0CB7B6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25E22-3AD7-5F4B-83A7-98109AE30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485CB-AA1F-0546-A142-5918439AA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9C05-7800-D742-A36D-EDF88F504BCA}" type="datetimeFigureOut">
              <a:rPr lang="en-US" smtClean="0"/>
              <a:t>1/29/21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CCE87-E05D-3E45-92CD-A9C8D0E1C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C1F33-417F-2542-9444-641FBA118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0482B-3D34-6848-9373-6062E8656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0FB16-C9ED-FD48-A2D6-E11E97E3C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9B2A3-5798-5E45-A721-E3EE02F977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954CCA-DAF8-2848-B9DC-C30DEA984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F7A45D-105F-8943-B71D-0D5265B98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9C05-7800-D742-A36D-EDF88F504BCA}" type="datetimeFigureOut">
              <a:rPr lang="en-US" smtClean="0"/>
              <a:t>1/29/21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3642C-BCCC-2B41-96C3-10629E143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1A34A-202E-8C40-B61D-C3FC4AA31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0482B-3D34-6848-9373-6062E8656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772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6B614-3580-4141-8DBE-93C541C42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91516-DE89-4146-999B-DBFEFF3C5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974CF4-BEAE-AF43-B719-DEB8AD9A9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FE233B-A5BD-4540-8C3D-37BB46407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06BC32-472B-DB48-898E-48C1EF5B8E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571B6D-2337-354F-8FC1-961C2ED29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9C05-7800-D742-A36D-EDF88F504BCA}" type="datetimeFigureOut">
              <a:rPr lang="en-US" smtClean="0"/>
              <a:t>1/29/21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9ACF49-3BAA-0A40-BC31-8EFE4832F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9A57E1-80E8-4948-9EB0-E261F37BC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0482B-3D34-6848-9373-6062E8656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978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987E6-29E8-684A-846C-98F36213C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FA9F6D-504A-E54F-9141-420254FD8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9C05-7800-D742-A36D-EDF88F504BCA}" type="datetimeFigureOut">
              <a:rPr lang="en-US" smtClean="0"/>
              <a:t>1/29/21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DD40B2-36F8-F14E-B504-B6B5922B2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D11C3D-820A-4245-B265-A954416C9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0482B-3D34-6848-9373-6062E8656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802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FE3A59-0AF2-B24F-9607-CB25D04C4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9C05-7800-D742-A36D-EDF88F504BCA}" type="datetimeFigureOut">
              <a:rPr lang="en-US" smtClean="0"/>
              <a:t>1/29/21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200976-D057-C54D-AB24-2648C9E2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C1D35-688C-4441-8678-B1E63F327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0482B-3D34-6848-9373-6062E8656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13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585D0-0B26-9F4F-A9CC-D943F2B0A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DA246-77A2-574D-8D21-1729C8BFC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31519-9F9B-EC42-8F6E-6316CA729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9AA83D-09B2-7E43-93EF-EB46DF9FF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9C05-7800-D742-A36D-EDF88F504BCA}" type="datetimeFigureOut">
              <a:rPr lang="en-US" smtClean="0"/>
              <a:t>1/29/21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09E2CF-E43C-D544-BA5C-D17D1179F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7780A-9A6A-4E46-823A-C3844C859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0482B-3D34-6848-9373-6062E8656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432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C3418-EB06-FF48-9674-A10DAF7B8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EE76E3-D5CD-4845-B324-973838E99D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085B4E-D2BD-574B-BCA6-D379A06E7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83F78-F616-1C48-A269-3BF6CBD43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9C05-7800-D742-A36D-EDF88F504BCA}" type="datetimeFigureOut">
              <a:rPr lang="en-US" smtClean="0"/>
              <a:t>1/29/21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2CFE40-514F-3A4D-8725-F7BE02E3E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DA886-448B-104D-BE7D-8CF7BD3E5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0482B-3D34-6848-9373-6062E8656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38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CEE4B-AA43-7F47-AE3A-1CA5B4510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474317-247C-534C-96DB-5B03F3B3AC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68930-7576-8342-8071-C16808063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9C05-7800-D742-A36D-EDF88F504BCA}" type="datetimeFigureOut">
              <a:rPr lang="en-US" smtClean="0"/>
              <a:t>1/29/21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408E4-655E-C343-A018-607512301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446D3-605F-A644-840E-AA62F3444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0482B-3D34-6848-9373-6062E8656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161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9C3C47-8FF0-5342-B7FC-07298E6D92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598981-82FB-2F41-82BD-CC8F33E27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A24F2-3F60-FC44-8479-71CE6F925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9C05-7800-D742-A36D-EDF88F504BCA}" type="datetimeFigureOut">
              <a:rPr lang="en-US" smtClean="0"/>
              <a:t>1/29/21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7ACDC-DCD8-D043-A841-F8D13010D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3208A-D163-4449-B172-C61220F7E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0482B-3D34-6848-9373-6062E8656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449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DFC850-1043-3B44-B671-2EF9C6D25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93078-010A-6A42-BE9E-454D335F9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6E67C-9141-6A44-9B32-165AB11F41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59C05-7800-D742-A36D-EDF88F504BCA}" type="datetimeFigureOut">
              <a:rPr lang="en-US" smtClean="0"/>
              <a:t>1/29/21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74472-F0C0-FB46-9BFF-20AEB45846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9FD8A-D83C-6B4F-A3C0-AB39CD5E4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0482B-3D34-6848-9373-6062E8656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23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tVert">
          <a:fgClr>
            <a:srgbClr val="1B1B1B"/>
          </a:fgClr>
          <a:bgClr>
            <a:srgbClr val="0C0C0C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C7DB3A-D3EC-484C-8EB9-55CC44C28D51}"/>
              </a:ext>
            </a:extLst>
          </p:cNvPr>
          <p:cNvSpPr txBox="1"/>
          <p:nvPr/>
        </p:nvSpPr>
        <p:spPr>
          <a:xfrm>
            <a:off x="679453" y="1860607"/>
            <a:ext cx="10833094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b="1" spc="-320" dirty="0">
                <a:solidFill>
                  <a:srgbClr val="FBFBFB"/>
                </a:solidFill>
                <a:effectLst>
                  <a:outerShdw blurRad="50800" dist="38100" dir="5400000" algn="t" rotWithShape="0">
                    <a:schemeClr val="bg1">
                      <a:lumMod val="50000"/>
                      <a:alpha val="40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kreativ</a:t>
            </a:r>
            <a:r>
              <a:rPr lang="en-US" sz="10600" dirty="0">
                <a:solidFill>
                  <a:srgbClr val="FBFBFB"/>
                </a:solidFill>
                <a:effectLst>
                  <a:outerShdw blurRad="50800" dist="38100" dir="5400000" algn="t" rotWithShape="0">
                    <a:schemeClr val="bg1">
                      <a:lumMod val="50000"/>
                      <a:alpha val="40000"/>
                    </a:scheme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KOPF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B3A9F1-6D4C-F74A-8D5E-073EDD1265CE}"/>
              </a:ext>
            </a:extLst>
          </p:cNvPr>
          <p:cNvSpPr txBox="1"/>
          <p:nvPr/>
        </p:nvSpPr>
        <p:spPr>
          <a:xfrm>
            <a:off x="755653" y="4025928"/>
            <a:ext cx="1110432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spc="350" dirty="0">
                <a:solidFill>
                  <a:srgbClr val="FBFBFB"/>
                </a:solidFill>
                <a:effectLst>
                  <a:outerShdw blurRad="50800" dist="38100" dir="5400000" algn="t" rotWithShape="0">
                    <a:schemeClr val="bg1">
                      <a:lumMod val="50000"/>
                      <a:alpha val="40000"/>
                    </a:schemeClr>
                  </a:outerShdw>
                </a:effectLst>
                <a:latin typeface="Helvetica" pitchFamily="2" charset="0"/>
              </a:rPr>
              <a:t>Marketing Intelligence by kreativbox.io &amp; machinemind.io</a:t>
            </a:r>
          </a:p>
        </p:txBody>
      </p:sp>
    </p:spTree>
    <p:extLst>
      <p:ext uri="{BB962C8B-B14F-4D97-AF65-F5344CB8AC3E}">
        <p14:creationId xmlns:p14="http://schemas.microsoft.com/office/powerpoint/2010/main" val="2109321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 Unicode MS</vt:lpstr>
      <vt:lpstr>Aharoni</vt:lpstr>
      <vt:lpstr>Arial</vt:lpstr>
      <vt:lpstr>Calibri</vt:lpstr>
      <vt:lpstr>Calibri Light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Siegfried Eckstedt</dc:creator>
  <cp:lastModifiedBy>Siegfried Eckstedt</cp:lastModifiedBy>
  <cp:revision>4</cp:revision>
  <dcterms:created xsi:type="dcterms:W3CDTF">2021-01-29T08:36:34Z</dcterms:created>
  <dcterms:modified xsi:type="dcterms:W3CDTF">2021-01-29T17:47:51Z</dcterms:modified>
</cp:coreProperties>
</file>