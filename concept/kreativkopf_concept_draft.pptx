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38EC6"/>
    <a:srgbClr val="69A444"/>
    <a:srgbClr val="E93040"/>
    <a:srgbClr val="DB6317"/>
    <a:srgbClr val="C15715"/>
    <a:srgbClr val="B0500F"/>
    <a:srgbClr val="D59C77"/>
    <a:srgbClr val="DA2D37"/>
    <a:srgbClr val="B3262A"/>
    <a:srgbClr val="B059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39"/>
    <p:restoredTop sz="94694"/>
  </p:normalViewPr>
  <p:slideViewPr>
    <p:cSldViewPr snapToGrid="0" snapToObjects="1">
      <p:cViewPr varScale="1">
        <p:scale>
          <a:sx n="107" d="100"/>
          <a:sy n="107" d="100"/>
        </p:scale>
        <p:origin x="200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4B0F0-7AE6-C945-8A54-510B781EF7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FFFEB0-98A3-A142-BAD8-6940E3B8FA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AA679-4998-2D48-8179-CD17AAC0E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56FBA-26CF-2C41-ABD6-3E4E5DF24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2DE148-5B63-F946-965D-2749BD7EE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22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CB02D-798E-A94A-9479-975919AC8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EF8A0-04EC-B846-A7AE-54680DF3B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BF631-6B78-8F40-87CB-9C46C9A6F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F4925C-8D20-FB47-A578-BDBFFC56B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EC4446-824E-4147-85F5-31D0E8B38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98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C7246-1DFF-8B4C-BC27-D8E0CB7B6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225E22-3AD7-5F4B-83A7-98109AE30A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485CB-AA1F-0546-A142-5918439AA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4CCE87-E05D-3E45-92CD-A9C8D0E1C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C1F33-417F-2542-9444-641FBA118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7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0FB16-C9ED-FD48-A2D6-E11E97E3C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19B2A3-5798-5E45-A721-E3EE02F977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954CCA-DAF8-2848-B9DC-C30DEA9844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F7A45D-105F-8943-B71D-0D5265B98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3/12/21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3642C-BCCC-2B41-96C3-10629E143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91A34A-202E-8C40-B61D-C3FC4AA3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772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6B614-3580-4141-8DBE-93C541C42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91516-DE89-4146-999B-DBFEFF3C57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974CF4-BEAE-AF43-B719-DEB8AD9A98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FE233B-A5BD-4540-8C3D-37BB46407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06BC32-472B-DB48-898E-48C1EF5B8E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571B6D-2337-354F-8FC1-961C2ED29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3/12/21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9ACF49-3BAA-0A40-BC31-8EFE4832F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9A57E1-80E8-4948-9EB0-E261F37BC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978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987E6-29E8-684A-846C-98F36213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FA9F6D-504A-E54F-9141-420254FD8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3/12/21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DD40B2-36F8-F14E-B504-B6B5922B2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11C3D-820A-4245-B265-A954416C9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802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FE3A59-0AF2-B24F-9607-CB25D04C4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3/12/21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00976-D057-C54D-AB24-2648C9E2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C1D35-688C-4441-8678-B1E63F327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913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585D0-0B26-9F4F-A9CC-D943F2B0A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DA246-77A2-574D-8D21-1729C8BFCB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431519-9F9B-EC42-8F6E-6316CA729B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9AA83D-09B2-7E43-93EF-EB46DF9FF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3/12/21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09E2CF-E43C-D544-BA5C-D17D1179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27780A-9A6A-4E46-823A-C3844C859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432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C3418-EB06-FF48-9674-A10DAF7B8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EE76E3-D5CD-4845-B324-973838E99D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085B4E-D2BD-574B-BCA6-D379A06E77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983F78-F616-1C48-A269-3BF6CBD43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3/12/21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2CFE40-514F-3A4D-8725-F7BE02E3E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1DA886-448B-104D-BE7D-8CF7BD3E5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138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CEE4B-AA43-7F47-AE3A-1CA5B4510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474317-247C-534C-96DB-5B03F3B3AC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C68930-7576-8342-8071-C16808063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408E4-655E-C343-A018-607512301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446D3-605F-A644-840E-AA62F3444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161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9C3C47-8FF0-5342-B7FC-07298E6D92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598981-82FB-2F41-82BD-CC8F33E27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A24F2-3F60-FC44-8479-71CE6F925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59C05-7800-D742-A36D-EDF88F504BCA}" type="datetimeFigureOut">
              <a:rPr lang="en-US" smtClean="0"/>
              <a:t>3/12/21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D7ACDC-DCD8-D043-A841-F8D13010D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3208A-D163-4449-B172-C61220F7E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449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DFC850-1043-3B44-B671-2EF9C6D25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93078-010A-6A42-BE9E-454D335F9A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46E67C-9141-6A44-9B32-165AB11F41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759C05-7800-D742-A36D-EDF88F504BCA}" type="datetimeFigureOut">
              <a:rPr lang="en-US" smtClean="0"/>
              <a:t>3/12/21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A74472-F0C0-FB46-9BFF-20AEB45846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9FD8A-D83C-6B4F-A3C0-AB39CD5E46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60482B-3D34-6848-9373-6062E8656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523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tVert">
          <a:fgClr>
            <a:srgbClr val="1B1B1B"/>
          </a:fgClr>
          <a:bgClr>
            <a:srgbClr val="0C0C0C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C7DB3A-D3EC-484C-8EB9-55CC44C28D51}"/>
              </a:ext>
            </a:extLst>
          </p:cNvPr>
          <p:cNvSpPr txBox="1"/>
          <p:nvPr/>
        </p:nvSpPr>
        <p:spPr>
          <a:xfrm>
            <a:off x="679453" y="2105561"/>
            <a:ext cx="10833094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b="1" spc="-320" dirty="0">
                <a:solidFill>
                  <a:srgbClr val="FBFBFB"/>
                </a:solidFill>
                <a:effectLst>
                  <a:outerShdw blurRad="50800" dist="38100" dir="5400000" algn="t" rotWithShape="0">
                    <a:schemeClr val="bg1">
                      <a:lumMod val="50000"/>
                      <a:alpha val="40000"/>
                    </a:scheme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kreativ</a:t>
            </a:r>
            <a:r>
              <a:rPr lang="en-US" sz="10600" dirty="0">
                <a:solidFill>
                  <a:srgbClr val="FBFBFB"/>
                </a:solidFill>
                <a:effectLst>
                  <a:outerShdw blurRad="50800" dist="38100" dir="5400000" algn="t" rotWithShape="0">
                    <a:schemeClr val="bg1">
                      <a:lumMod val="50000"/>
                      <a:alpha val="40000"/>
                    </a:schemeClr>
                  </a:outerShdw>
                </a:effectLst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KOPF</a:t>
            </a:r>
          </a:p>
        </p:txBody>
      </p:sp>
    </p:spTree>
    <p:extLst>
      <p:ext uri="{BB962C8B-B14F-4D97-AF65-F5344CB8AC3E}">
        <p14:creationId xmlns:p14="http://schemas.microsoft.com/office/powerpoint/2010/main" val="21093217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B3262A"/>
            </a:gs>
            <a:gs pos="100000">
              <a:srgbClr val="E93040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44F286-1CDE-264A-9B45-DAB998014BD7}"/>
              </a:ext>
            </a:extLst>
          </p:cNvPr>
          <p:cNvSpPr txBox="1"/>
          <p:nvPr/>
        </p:nvSpPr>
        <p:spPr>
          <a:xfrm>
            <a:off x="1213842" y="2417480"/>
            <a:ext cx="321434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was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ist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6DBD8E-D83B-DF4D-8B8D-C75B8C97359B}"/>
              </a:ext>
            </a:extLst>
          </p:cNvPr>
          <p:cNvSpPr txBox="1"/>
          <p:nvPr/>
        </p:nvSpPr>
        <p:spPr>
          <a:xfrm>
            <a:off x="4337052" y="2417480"/>
            <a:ext cx="423513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spc="-320" dirty="0">
                <a:solidFill>
                  <a:srgbClr val="FBFBFB"/>
                </a:solidFill>
                <a:effectLst>
                  <a:outerShdw blurRad="50800" dist="38100" dir="5400000" algn="t" rotWithShape="0">
                    <a:schemeClr val="bg1">
                      <a:lumMod val="50000"/>
                      <a:alpha val="40000"/>
                    </a:schemeClr>
                  </a:outerShdw>
                </a:effectLst>
                <a:latin typeface="Aharoni" panose="02010803020104030203" pitchFamily="2" charset="-79"/>
                <a:cs typeface="Aharoni" panose="02010803020104030203" pitchFamily="2" charset="-79"/>
              </a:rPr>
              <a:t>kreativ</a:t>
            </a:r>
            <a:r>
              <a:rPr lang="en-US" sz="4200" dirty="0">
                <a:solidFill>
                  <a:srgbClr val="FBFBFB"/>
                </a:solidFill>
                <a:effectLst>
                  <a:outerShdw blurRad="50800" dist="38100" dir="5400000" algn="t" rotWithShape="0">
                    <a:schemeClr val="bg1">
                      <a:lumMod val="50000"/>
                      <a:alpha val="40000"/>
                    </a:schemeClr>
                  </a:outerShdw>
                </a:effectLst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KOPF</a:t>
            </a:r>
          </a:p>
        </p:txBody>
      </p:sp>
    </p:spTree>
    <p:extLst>
      <p:ext uri="{BB962C8B-B14F-4D97-AF65-F5344CB8AC3E}">
        <p14:creationId xmlns:p14="http://schemas.microsoft.com/office/powerpoint/2010/main" val="2350094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2">
                <a:lumMod val="67000"/>
              </a:schemeClr>
            </a:gs>
            <a:gs pos="100000">
              <a:schemeClr val="accent2">
                <a:lumMod val="97000"/>
                <a:lumOff val="3000"/>
              </a:schemeClr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2BF05A3-9289-4641-B741-CCA19FBF7100}"/>
              </a:ext>
            </a:extLst>
          </p:cNvPr>
          <p:cNvSpPr txBox="1"/>
          <p:nvPr/>
        </p:nvSpPr>
        <p:spPr>
          <a:xfrm>
            <a:off x="1201966" y="1728711"/>
            <a:ext cx="8475397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was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macht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es</a:t>
            </a:r>
          </a:p>
          <a:p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wie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fuehlt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es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sich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an</a:t>
            </a:r>
          </a:p>
          <a:p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was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loest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es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aus</a:t>
            </a:r>
            <a:endParaRPr lang="en-US" sz="6600" b="1" dirty="0">
              <a:solidFill>
                <a:schemeClr val="bg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788673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4">
                <a:lumMod val="97000"/>
                <a:lumOff val="3000"/>
              </a:schemeClr>
            </a:gs>
            <a:gs pos="100000">
              <a:schemeClr val="accent4">
                <a:lumMod val="60000"/>
                <a:lumOff val="40000"/>
              </a:schemeClr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>
            <a:extLst>
              <a:ext uri="{FF2B5EF4-FFF2-40B4-BE49-F238E27FC236}">
                <a16:creationId xmlns:a16="http://schemas.microsoft.com/office/drawing/2014/main" id="{23E50388-CDFF-4447-8DFE-DC141EB325F6}"/>
              </a:ext>
            </a:extLst>
          </p:cNvPr>
          <p:cNvSpPr txBox="1"/>
          <p:nvPr/>
        </p:nvSpPr>
        <p:spPr>
          <a:xfrm>
            <a:off x="1371493" y="2875002"/>
            <a:ext cx="269817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wohin</a:t>
            </a:r>
            <a:endParaRPr lang="en-US" sz="6600" b="1" dirty="0">
              <a:solidFill>
                <a:schemeClr val="bg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512322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3" descr="Rakete">
            <a:extLst>
              <a:ext uri="{FF2B5EF4-FFF2-40B4-BE49-F238E27FC236}">
                <a16:creationId xmlns:a16="http://schemas.microsoft.com/office/drawing/2014/main" id="{7E33186D-9AC8-8040-BD86-2F287AB631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896882">
            <a:off x="2691542" y="5085232"/>
            <a:ext cx="441759" cy="44175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A999921-174F-D34D-AA8E-847B972C6FF5}"/>
              </a:ext>
            </a:extLst>
          </p:cNvPr>
          <p:cNvSpPr txBox="1"/>
          <p:nvPr/>
        </p:nvSpPr>
        <p:spPr>
          <a:xfrm>
            <a:off x="470486" y="5740400"/>
            <a:ext cx="5361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 err="1">
                <a:solidFill>
                  <a:srgbClr val="606B71"/>
                </a:solidFill>
              </a:rPr>
              <a:t>today</a:t>
            </a:r>
            <a:endParaRPr lang="de-DE" sz="1200" dirty="0">
              <a:solidFill>
                <a:srgbClr val="606B71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CF26623-2605-0A46-A918-A676CA1E043A}"/>
              </a:ext>
            </a:extLst>
          </p:cNvPr>
          <p:cNvSpPr txBox="1"/>
          <p:nvPr/>
        </p:nvSpPr>
        <p:spPr>
          <a:xfrm>
            <a:off x="2625579" y="5740400"/>
            <a:ext cx="5693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>
                <a:solidFill>
                  <a:srgbClr val="606B71"/>
                </a:solidFill>
              </a:rPr>
              <a:t>+ 30 d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271CB97-7A44-C541-88F0-6A4A8E5F2A70}"/>
              </a:ext>
            </a:extLst>
          </p:cNvPr>
          <p:cNvSpPr txBox="1"/>
          <p:nvPr/>
        </p:nvSpPr>
        <p:spPr>
          <a:xfrm>
            <a:off x="5788764" y="5740400"/>
            <a:ext cx="4796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>
                <a:solidFill>
                  <a:srgbClr val="606B71"/>
                </a:solidFill>
              </a:rPr>
              <a:t>+ 1 y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56B6453-2FA9-514C-B239-F0372002C504}"/>
              </a:ext>
            </a:extLst>
          </p:cNvPr>
          <p:cNvSpPr txBox="1"/>
          <p:nvPr/>
        </p:nvSpPr>
        <p:spPr>
          <a:xfrm>
            <a:off x="10773550" y="5740400"/>
            <a:ext cx="4796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>
                <a:solidFill>
                  <a:srgbClr val="606B71"/>
                </a:solidFill>
              </a:rPr>
              <a:t>+ 5 y</a:t>
            </a:r>
          </a:p>
        </p:txBody>
      </p:sp>
      <p:cxnSp>
        <p:nvCxnSpPr>
          <p:cNvPr id="9" name="Gerader Verbinder 9">
            <a:extLst>
              <a:ext uri="{FF2B5EF4-FFF2-40B4-BE49-F238E27FC236}">
                <a16:creationId xmlns:a16="http://schemas.microsoft.com/office/drawing/2014/main" id="{1418863E-78EA-D746-9F98-7194B36E0853}"/>
              </a:ext>
            </a:extLst>
          </p:cNvPr>
          <p:cNvCxnSpPr>
            <a:cxnSpLocks/>
          </p:cNvCxnSpPr>
          <p:nvPr/>
        </p:nvCxnSpPr>
        <p:spPr>
          <a:xfrm>
            <a:off x="736600" y="5664200"/>
            <a:ext cx="2070100" cy="0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10">
            <a:extLst>
              <a:ext uri="{FF2B5EF4-FFF2-40B4-BE49-F238E27FC236}">
                <a16:creationId xmlns:a16="http://schemas.microsoft.com/office/drawing/2014/main" id="{0E6B0B16-1AD4-2247-B8BE-9FF4005E6F2B}"/>
              </a:ext>
            </a:extLst>
          </p:cNvPr>
          <p:cNvCxnSpPr>
            <a:cxnSpLocks/>
          </p:cNvCxnSpPr>
          <p:nvPr/>
        </p:nvCxnSpPr>
        <p:spPr>
          <a:xfrm>
            <a:off x="2908300" y="5664200"/>
            <a:ext cx="1310072" cy="0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3">
            <a:extLst>
              <a:ext uri="{FF2B5EF4-FFF2-40B4-BE49-F238E27FC236}">
                <a16:creationId xmlns:a16="http://schemas.microsoft.com/office/drawing/2014/main" id="{28F1D795-FFB6-C54E-B42A-C9E03D2427E8}"/>
              </a:ext>
            </a:extLst>
          </p:cNvPr>
          <p:cNvCxnSpPr>
            <a:cxnSpLocks/>
          </p:cNvCxnSpPr>
          <p:nvPr/>
        </p:nvCxnSpPr>
        <p:spPr>
          <a:xfrm flipV="1">
            <a:off x="4218372" y="5572761"/>
            <a:ext cx="0" cy="91439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5">
            <a:extLst>
              <a:ext uri="{FF2B5EF4-FFF2-40B4-BE49-F238E27FC236}">
                <a16:creationId xmlns:a16="http://schemas.microsoft.com/office/drawing/2014/main" id="{DFB83057-A70B-4F47-99F9-164BB43049FD}"/>
              </a:ext>
            </a:extLst>
          </p:cNvPr>
          <p:cNvCxnSpPr>
            <a:cxnSpLocks/>
          </p:cNvCxnSpPr>
          <p:nvPr/>
        </p:nvCxnSpPr>
        <p:spPr>
          <a:xfrm>
            <a:off x="4218371" y="5572761"/>
            <a:ext cx="86929" cy="215899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7">
            <a:extLst>
              <a:ext uri="{FF2B5EF4-FFF2-40B4-BE49-F238E27FC236}">
                <a16:creationId xmlns:a16="http://schemas.microsoft.com/office/drawing/2014/main" id="{B08B0CFD-B64C-7A40-956F-F47530DE6F60}"/>
              </a:ext>
            </a:extLst>
          </p:cNvPr>
          <p:cNvCxnSpPr/>
          <p:nvPr/>
        </p:nvCxnSpPr>
        <p:spPr>
          <a:xfrm flipV="1">
            <a:off x="4306885" y="5664200"/>
            <a:ext cx="0" cy="109220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9">
            <a:extLst>
              <a:ext uri="{FF2B5EF4-FFF2-40B4-BE49-F238E27FC236}">
                <a16:creationId xmlns:a16="http://schemas.microsoft.com/office/drawing/2014/main" id="{CCD7159F-4FD3-CA43-9BB1-F4D5A56650AE}"/>
              </a:ext>
            </a:extLst>
          </p:cNvPr>
          <p:cNvCxnSpPr/>
          <p:nvPr/>
        </p:nvCxnSpPr>
        <p:spPr>
          <a:xfrm>
            <a:off x="4306885" y="5664200"/>
            <a:ext cx="1615440" cy="0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22">
            <a:extLst>
              <a:ext uri="{FF2B5EF4-FFF2-40B4-BE49-F238E27FC236}">
                <a16:creationId xmlns:a16="http://schemas.microsoft.com/office/drawing/2014/main" id="{3954872E-5548-1D47-9109-B9CC0C8471E1}"/>
              </a:ext>
            </a:extLst>
          </p:cNvPr>
          <p:cNvCxnSpPr>
            <a:cxnSpLocks/>
          </p:cNvCxnSpPr>
          <p:nvPr/>
        </p:nvCxnSpPr>
        <p:spPr>
          <a:xfrm>
            <a:off x="6013450" y="5664200"/>
            <a:ext cx="2319721" cy="0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23">
            <a:extLst>
              <a:ext uri="{FF2B5EF4-FFF2-40B4-BE49-F238E27FC236}">
                <a16:creationId xmlns:a16="http://schemas.microsoft.com/office/drawing/2014/main" id="{FDCC80D4-5673-6E49-84F1-57598D0EE677}"/>
              </a:ext>
            </a:extLst>
          </p:cNvPr>
          <p:cNvCxnSpPr>
            <a:cxnSpLocks/>
          </p:cNvCxnSpPr>
          <p:nvPr/>
        </p:nvCxnSpPr>
        <p:spPr>
          <a:xfrm flipV="1">
            <a:off x="8333172" y="5572761"/>
            <a:ext cx="0" cy="91439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24">
            <a:extLst>
              <a:ext uri="{FF2B5EF4-FFF2-40B4-BE49-F238E27FC236}">
                <a16:creationId xmlns:a16="http://schemas.microsoft.com/office/drawing/2014/main" id="{8EE6BD80-108A-E041-95CD-A0FFADC5608E}"/>
              </a:ext>
            </a:extLst>
          </p:cNvPr>
          <p:cNvCxnSpPr>
            <a:cxnSpLocks/>
          </p:cNvCxnSpPr>
          <p:nvPr/>
        </p:nvCxnSpPr>
        <p:spPr>
          <a:xfrm>
            <a:off x="8333171" y="5572761"/>
            <a:ext cx="86929" cy="215899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CC2DDF40-726E-0F4B-A8EB-6646410207C1}"/>
              </a:ext>
            </a:extLst>
          </p:cNvPr>
          <p:cNvCxnSpPr/>
          <p:nvPr/>
        </p:nvCxnSpPr>
        <p:spPr>
          <a:xfrm flipV="1">
            <a:off x="8421685" y="5664200"/>
            <a:ext cx="0" cy="109220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26">
            <a:extLst>
              <a:ext uri="{FF2B5EF4-FFF2-40B4-BE49-F238E27FC236}">
                <a16:creationId xmlns:a16="http://schemas.microsoft.com/office/drawing/2014/main" id="{17D89EA9-0B68-7345-871C-8C0E246421D2}"/>
              </a:ext>
            </a:extLst>
          </p:cNvPr>
          <p:cNvCxnSpPr>
            <a:cxnSpLocks/>
          </p:cNvCxnSpPr>
          <p:nvPr/>
        </p:nvCxnSpPr>
        <p:spPr>
          <a:xfrm>
            <a:off x="8421685" y="5664200"/>
            <a:ext cx="2589215" cy="0"/>
          </a:xfrm>
          <a:prstGeom prst="line">
            <a:avLst/>
          </a:prstGeom>
          <a:ln w="2540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Grafik 32" descr="Rakete">
            <a:extLst>
              <a:ext uri="{FF2B5EF4-FFF2-40B4-BE49-F238E27FC236}">
                <a16:creationId xmlns:a16="http://schemas.microsoft.com/office/drawing/2014/main" id="{196D556C-7F13-A448-A76D-6781242E7F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896882">
            <a:off x="527628" y="5150829"/>
            <a:ext cx="441759" cy="441759"/>
          </a:xfrm>
          <a:prstGeom prst="rect">
            <a:avLst/>
          </a:prstGeom>
        </p:spPr>
      </p:pic>
      <p:cxnSp>
        <p:nvCxnSpPr>
          <p:cNvPr id="21" name="Gerader Verbinder 37">
            <a:extLst>
              <a:ext uri="{FF2B5EF4-FFF2-40B4-BE49-F238E27FC236}">
                <a16:creationId xmlns:a16="http://schemas.microsoft.com/office/drawing/2014/main" id="{9F40FE36-48ED-E641-94B6-5520859224E3}"/>
              </a:ext>
            </a:extLst>
          </p:cNvPr>
          <p:cNvCxnSpPr>
            <a:cxnSpLocks/>
          </p:cNvCxnSpPr>
          <p:nvPr/>
        </p:nvCxnSpPr>
        <p:spPr>
          <a:xfrm>
            <a:off x="11010899" y="1624649"/>
            <a:ext cx="0" cy="3948112"/>
          </a:xfrm>
          <a:prstGeom prst="line">
            <a:avLst/>
          </a:prstGeom>
          <a:ln w="38100" cap="rnd">
            <a:solidFill>
              <a:schemeClr val="tx1">
                <a:lumMod val="65000"/>
                <a:lumOff val="3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38">
            <a:extLst>
              <a:ext uri="{FF2B5EF4-FFF2-40B4-BE49-F238E27FC236}">
                <a16:creationId xmlns:a16="http://schemas.microsoft.com/office/drawing/2014/main" id="{028649AF-0863-D049-AD52-F9AB8BA16285}"/>
              </a:ext>
            </a:extLst>
          </p:cNvPr>
          <p:cNvCxnSpPr>
            <a:cxnSpLocks/>
          </p:cNvCxnSpPr>
          <p:nvPr/>
        </p:nvCxnSpPr>
        <p:spPr>
          <a:xfrm>
            <a:off x="6013449" y="5081915"/>
            <a:ext cx="0" cy="513424"/>
          </a:xfrm>
          <a:prstGeom prst="line">
            <a:avLst/>
          </a:prstGeom>
          <a:ln w="38100" cap="rnd">
            <a:solidFill>
              <a:schemeClr val="tx1">
                <a:lumMod val="65000"/>
                <a:lumOff val="3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40">
            <a:extLst>
              <a:ext uri="{FF2B5EF4-FFF2-40B4-BE49-F238E27FC236}">
                <a16:creationId xmlns:a16="http://schemas.microsoft.com/office/drawing/2014/main" id="{D52AAC47-AEC7-254C-B8BC-4FBF715DD8F5}"/>
              </a:ext>
            </a:extLst>
          </p:cNvPr>
          <p:cNvCxnSpPr>
            <a:cxnSpLocks/>
          </p:cNvCxnSpPr>
          <p:nvPr/>
        </p:nvCxnSpPr>
        <p:spPr>
          <a:xfrm>
            <a:off x="2908300" y="5572761"/>
            <a:ext cx="0" cy="0"/>
          </a:xfrm>
          <a:prstGeom prst="line">
            <a:avLst/>
          </a:prstGeom>
          <a:ln w="38100" cap="rnd">
            <a:solidFill>
              <a:schemeClr val="tx1">
                <a:lumMod val="75000"/>
                <a:lumOff val="2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Grafik 34" descr="Rakete">
            <a:extLst>
              <a:ext uri="{FF2B5EF4-FFF2-40B4-BE49-F238E27FC236}">
                <a16:creationId xmlns:a16="http://schemas.microsoft.com/office/drawing/2014/main" id="{7D8290ED-884C-DF4C-BA9A-053644432C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896882">
            <a:off x="5803859" y="4592941"/>
            <a:ext cx="441759" cy="441759"/>
          </a:xfrm>
          <a:prstGeom prst="rect">
            <a:avLst/>
          </a:prstGeom>
        </p:spPr>
      </p:pic>
      <p:pic>
        <p:nvPicPr>
          <p:cNvPr id="25" name="Grafik 35" descr="Rakete">
            <a:extLst>
              <a:ext uri="{FF2B5EF4-FFF2-40B4-BE49-F238E27FC236}">
                <a16:creationId xmlns:a16="http://schemas.microsoft.com/office/drawing/2014/main" id="{793EE339-BC41-2C4F-BB8A-31568FDB0D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896882">
            <a:off x="10790020" y="1211637"/>
            <a:ext cx="441759" cy="441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855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67000"/>
              </a:schemeClr>
            </a:gs>
            <a:gs pos="100000">
              <a:srgbClr val="69A444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2BF05A3-9289-4641-B741-CCA19FBF7100}"/>
              </a:ext>
            </a:extLst>
          </p:cNvPr>
          <p:cNvSpPr txBox="1"/>
          <p:nvPr/>
        </p:nvSpPr>
        <p:spPr>
          <a:xfrm>
            <a:off x="1261342" y="2631236"/>
            <a:ext cx="366158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mit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wem</a:t>
            </a:r>
            <a:endParaRPr lang="en-US" sz="6600" b="1" dirty="0">
              <a:solidFill>
                <a:schemeClr val="bg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9978499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7000"/>
              </a:schemeClr>
            </a:gs>
            <a:gs pos="100000">
              <a:srgbClr val="538EC6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2BF05A3-9289-4641-B741-CCA19FBF7100}"/>
              </a:ext>
            </a:extLst>
          </p:cNvPr>
          <p:cNvSpPr txBox="1"/>
          <p:nvPr/>
        </p:nvSpPr>
        <p:spPr>
          <a:xfrm>
            <a:off x="1261342" y="2631236"/>
            <a:ext cx="525817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warum</a:t>
            </a:r>
            <a:r>
              <a:rPr lang="en-US" sz="6600" b="1" dirty="0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 </a:t>
            </a:r>
            <a:r>
              <a:rPr lang="en-US" sz="6600" b="1" dirty="0" err="1"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nicht</a:t>
            </a:r>
            <a:endParaRPr lang="en-US" sz="6600" b="1" dirty="0">
              <a:solidFill>
                <a:schemeClr val="bg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902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31</Words>
  <Application>Microsoft Macintosh PowerPoint</Application>
  <PresentationFormat>Widescreen</PresentationFormat>
  <Paragraphs>13</Paragraphs>
  <Slides>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 Unicode MS</vt:lpstr>
      <vt:lpstr>Aharoni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Siegfried Eckstedt</dc:creator>
  <cp:lastModifiedBy>Siegfried Eckstedt</cp:lastModifiedBy>
  <cp:revision>10</cp:revision>
  <dcterms:created xsi:type="dcterms:W3CDTF">2021-01-29T08:36:34Z</dcterms:created>
  <dcterms:modified xsi:type="dcterms:W3CDTF">2021-03-12T13:16:51Z</dcterms:modified>
</cp:coreProperties>
</file>